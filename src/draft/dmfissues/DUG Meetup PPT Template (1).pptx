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3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AC4B0-1E3E-A84E-093B-A631ADD6E6E6}" v="2" dt="2025-02-25T18:30:42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2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B42D2-6BC8-563A-C56E-B329D368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88BF6-01FC-9348-9269-F8C9F2B4B1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73DFE-FC81-1F4E-BCB7-DF8EC2A052B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0B157-394F-5507-A265-87FDFC4373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5C0D8-75EF-B9E3-82C9-E8F70A0C8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891B4-FC28-EE41-BBC7-727500703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8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dynamicsusergroup.com/meetup/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hlinkClick r:id="rId2"/>
            <a:extLst>
              <a:ext uri="{FF2B5EF4-FFF2-40B4-BE49-F238E27FC236}">
                <a16:creationId xmlns:a16="http://schemas.microsoft.com/office/drawing/2014/main" id="{A6A17DE0-09F0-905B-2A99-2ACA74706A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5072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2" name="Rectangle 11">
            <a:hlinkClick r:id="rId4"/>
            <a:extLst>
              <a:ext uri="{FF2B5EF4-FFF2-40B4-BE49-F238E27FC236}">
                <a16:creationId xmlns:a16="http://schemas.microsoft.com/office/drawing/2014/main" id="{AC24F5B6-812D-08EF-8CE0-65BFE802CA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C7E2F-CBB6-3DA8-328B-93B2C3D314FE}"/>
              </a:ext>
            </a:extLst>
          </p:cNvPr>
          <p:cNvSpPr txBox="1"/>
          <p:nvPr userDrawn="1"/>
        </p:nvSpPr>
        <p:spPr>
          <a:xfrm>
            <a:off x="284086" y="82112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19" name="Picture 18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404A3745-F99F-76E5-CB7B-90B171817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7" y="6104272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0" name="Picture 19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8E24767-CEC5-1075-B15B-31A78966B5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2927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09324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623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0089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653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971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47216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59403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7767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90257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362FD6-1D77-DC09-28C3-1267FDDB28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97547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6515E0-800C-CF04-2D44-D693CBE7EF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674080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67A081-BFD4-8AE4-A231-04094009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674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A19DBC-8D7B-5A43-E24C-9C284481CC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66971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D2A709-7DDD-B12F-58C7-CCC75FFE2F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83015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805F0-CB02-595B-4581-AA305BD63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52020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706480-2151-0A3E-E111-E8E3560D07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2956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E3C654-8EE9-233C-8D36-58A1FD474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00759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77418-C275-7FA5-D026-9B5CDB9A4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82539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69CD-892F-254B-61DD-F1B727794F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74265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176-A085-BE68-4331-7CBE68466CB5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095AD5-74DA-527A-BB3D-477FF0F400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5" name="Graphic 4" descr="Link with solid fill">
            <a:extLst>
              <a:ext uri="{FF2B5EF4-FFF2-40B4-BE49-F238E27FC236}">
                <a16:creationId xmlns:a16="http://schemas.microsoft.com/office/drawing/2014/main" id="{567AFE4A-D64A-7E7A-9802-F97DE19BB5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49186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ACF1B06-DB24-F92F-0B03-57E4534D5E9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5" name="Graphic 24" descr="Link with solid fill">
            <a:extLst>
              <a:ext uri="{FF2B5EF4-FFF2-40B4-BE49-F238E27FC236}">
                <a16:creationId xmlns:a16="http://schemas.microsoft.com/office/drawing/2014/main" id="{DA749C38-CA41-6B2A-0E9D-C5E9193F2D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14" y="88069"/>
            <a:ext cx="280715" cy="2807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A08586B-8C89-8043-8BFC-547E06E1F06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31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E4BFC8-A8C1-41E7-AF4D-E99F01493EEB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71D18-69BE-364C-AF92-A07B04DD36B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4E16832E-E4F7-3794-698C-D01C1CBE0D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73635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0A9AD7-AE83-0564-A147-42877A7644E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66021-E08E-0DB7-2C1B-F99EA29536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C92B9940-1970-389C-7E9F-DC87BE67A26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887848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2D433B-1DF1-DC14-DE45-F7335836C86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C7F87-B47E-0D7E-8FC1-F6C13DA4EF33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D3DB8DBF-443A-3938-B5A4-34F94E8625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2257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302C21-FE6B-ED4D-7E14-EDA43DF1D467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C94B4D-4207-EB8E-C67A-DE0C372278A2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E0CD3C94-92F3-BF87-E526-7E9C2F7A0D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451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8EC0CF-9CC0-DADE-0389-9E1DF855AB7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E824E-AE3F-8F93-A04A-975D23D36574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B8828D2E-C68E-AE90-6D7E-A3DE9C277A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9345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5EFC81-A811-C645-1A5D-9D90A392322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80007-EF42-FAFF-D8CE-48991574BA8C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233238D4-6CE8-1C55-EC59-7EB0706568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00503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6251E9-490C-E559-1595-26EE567F8F5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A2350-EEEE-7E96-1343-F01C3375484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77A0FB75-3E5C-C419-E9BD-7D8E003D6C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79688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8AA6C6-C47F-E4FF-7465-65CC94340252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3F0640-3F18-1996-D8A6-79B0FAE73A21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119CC8FD-C082-8B07-BF8A-76F1F44AF1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4700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54C5-3BE7-F382-F5CC-55B30137C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8AD6E-7230-1699-2C6D-6BD9A053D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BD95-220E-4B8D-4C04-DC47AA53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5AF9-5835-A120-EF43-69BF609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5114-85F7-B8F9-63C1-D675BF2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7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EC17-1E6C-4ADB-E888-F497B671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8BE92-4F8D-121F-634C-34DFF634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89B3-BDCF-8F73-AA0E-18773DA5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02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A6D-ADA0-27C3-B9E2-92917379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7435-F10B-8E1E-6D98-80050CBE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7AD3-9037-5DA0-EA14-CF702B66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B34A-2684-0240-49DA-D4ABA199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4CE8-1FFF-C427-70A6-492EB711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62FE7-930E-469C-BEC2-DBC6F20C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4F729-721F-B847-FC72-F070BF0F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7B801-C62C-DC21-CEE3-6BC05164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4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C942-E792-3F18-CD95-0068ADA8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F87F5-DCB7-C12D-1D78-3DD61666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0DD7B-83FF-D479-BA60-834431EA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CE187-5ABF-09AC-431C-4585C29A3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09AE0-A0D5-016A-5609-F3E36C4D2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A71CA-02D1-13CE-A9A5-3AF7114A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0B4B9-9CB5-8F22-BF83-467ABD80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3FECD-0B1C-AF4E-AFD4-B5EA4D22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70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803E-F897-C2F3-11C5-DCA21435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11978-CCE2-C896-0491-88678BE2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87808-5FD6-2918-C996-35AF037D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F63D5-E709-647D-B819-BFB7E9EF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96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9E9ED-0BC0-7550-77F3-77939C2A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ED737-510C-0BFD-99B1-E53FF270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7269-C1DB-7EBB-11CB-4BE1C035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33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82B0-C5DB-93ED-BD5B-57996E35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8D74-72D4-FBD3-7695-003F21228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C6B0D-CED2-B023-3860-B5CA4E6B4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97A94-7B26-5124-C1A4-E27C04DA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2A537-5E76-23F4-C988-E8C7D13A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5FEE2-745E-F7A6-1759-CCD63834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31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BBBB-5716-F225-7444-60EEDFCF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409DF-4F48-6973-7A26-627298EB6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1CD1F-BFAA-75B7-B8DE-FDAD69F38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5E751-F3B3-1EFC-6192-30683F4B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4C6AA-4C3C-AAA3-0804-064AD458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C2174-9436-FA9A-F52F-C58BBA96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81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BA18-14CB-1F3A-678E-1F6ED09C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03C19-82A3-123F-1F4B-C89A7974F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ACC8-7A3D-1FF6-895A-54BC71CC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C2DEB-0E3C-9DA3-82C8-59C9BED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AF01A-5DCB-CF44-833E-6F3736BF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78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356EF-F2AC-DBF3-B062-D61E591FB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D4AC8-4F81-D357-7CEE-98995459A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BF8E-DD4E-6EA6-2AF3-A4670619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F7CE-4128-8148-287E-F2D5F3DF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16D1-CC69-1602-20B9-44064F83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D3C38-32C5-9BC1-6C49-9169AF97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0AAA-333E-DA3A-6C12-933993DE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EA89C-96B6-3A80-637C-7FF667F0B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B5D9-4FE5-4B46-9656-E11353272EB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73EA-7A1A-0479-55A8-B489912D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5B69-3D01-1F97-4E7A-E62D96AFD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3" r:id="rId4"/>
    <p:sldLayoutId id="2147483664" r:id="rId5"/>
    <p:sldLayoutId id="2147483665" r:id="rId6"/>
    <p:sldLayoutId id="2147483667" r:id="rId7"/>
    <p:sldLayoutId id="2147483666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60" r:id="rId31"/>
    <p:sldLayoutId id="2147483661" r:id="rId32"/>
    <p:sldLayoutId id="2147483651" r:id="rId33"/>
    <p:sldLayoutId id="2147483662" r:id="rId34"/>
    <p:sldLayoutId id="2147483653" r:id="rId35"/>
    <p:sldLayoutId id="2147483654" r:id="rId36"/>
    <p:sldLayoutId id="2147483655" r:id="rId37"/>
    <p:sldLayoutId id="2147483656" r:id="rId38"/>
    <p:sldLayoutId id="2147483657" r:id="rId39"/>
    <p:sldLayoutId id="2147483658" r:id="rId40"/>
    <p:sldLayoutId id="2147483659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AF5A-7A9D-FB1A-6B8C-D1D387FF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3A46B-1390-BB96-5713-9CFBBAB0F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03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7E97F4-11FD-E1B4-677A-2FB54952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8BE468-5E85-8D0C-A6CF-8588637F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831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46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46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70C248-4DD0-85D2-7847-E14747C5D0A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2011-63DC-2ED2-F4C0-4898B785F9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DACC7-77A6-824B-0BE0-6EAD93ECE6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91122C-58CB-9EAB-4887-2CF4CEFF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0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3CFDD4-9ECC-61B2-D079-BE1CB549348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CB3C6-8F48-F97C-81AB-8FA388679A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B9AE-961B-6D36-5709-50D797807A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096766-9913-22C5-552C-416834D3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8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6193FD-B8E1-8048-0E6F-41130FE6A41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16D2-0423-6256-6D77-D6EDD7C8B8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A18BBB-32FD-DC73-6573-824FC717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30FCE7-A03A-FFC7-566D-589A9F086D4C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A820C-A3F7-C904-5C2F-2B30E2850E80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4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0D8BD5-6357-84F7-D3D5-AD6592521BB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2CB15-ABB7-1C2E-7F57-5B9FA44D61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EC99BC-F8C4-BC72-E65F-0C101D92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3F14CB-1F0D-C48D-27A3-250F7FEE2338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E1643-83F0-BFFB-1707-FCD74F3A88A0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51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B950-0770-9C04-2FAF-1B06E847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2F1CF-D037-F696-3023-A28C647B10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6469E-CBFF-E7C2-F207-9FC719E25F4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1871F2-17BF-9989-E205-C5ABF592F594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06822-13B2-0AFB-4F0F-6907B7FE6CEF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EEE932-621C-1B5E-3F01-AFE60A5BE7A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2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2F62-192C-A29E-331A-542F81CC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757A5-4667-C4FD-AEBD-EE8E2DEDCFD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48F39-277F-513C-15BC-6E3327244860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9AE71B-E71D-D3E1-4485-62069D2612AA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E56D7-16FC-4808-F7C6-72CCEDF8F0E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4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33240-4EB1-D9EC-20A3-ECDF5D7B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15ED8-54D2-8C3A-B777-9C16B212F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61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932F-B33C-33E7-5F47-1142B633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0F089-CB59-C3E0-6BBC-F28052796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44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8BD2-D3D1-07CB-9CC2-258961E3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55B4-2709-38A1-E8C5-0177E9E7A2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AC96D-0950-FE54-740B-C7B9508696A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4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ED09-45B8-A2F9-6DD5-EE9A02F3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CA6E3-98EC-A00D-4088-BFDF32EBC4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48835-D5D2-A062-6C0D-3894503F358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06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162C3A-0518-8E2C-3586-137BD07D948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63EE-B934-9690-BC68-7C2FDF6E79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6504B-467E-1B14-DD5F-BF32A5CE57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3162D4-6BE0-CC6D-B96D-95270B63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C91B3F-2B59-10FD-CF43-8530E852341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43B4-389A-E9BC-AE17-227A35E6A0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0BA39-C13B-8E6B-2133-0ED68DE373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C507B1-59E6-EBB4-785B-B7C44D4E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92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688C80-3186-474F-E136-115E9B9CE28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F91B-4587-C636-2AAC-485759A091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3D4688-AE1B-3813-DB78-0D843939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96C1DB-7794-8779-74DE-555C1EA19FF7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4738C-070C-0E8D-AC5B-53686FBB420A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28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A37E68-3E9B-E61A-44FB-EAC72EA3CFF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2AAB3-A89F-9DEF-5638-9D4C3D44FF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C00AFF-F400-2533-200D-CF9B4438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1FABC8-7B8D-7D29-4330-6728A865FA4D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70F44-BDD0-4888-9EEC-B9ACFE7102E9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64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CA7B-A6A2-70DF-F0D8-EF6BC4F4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6495D-8344-3824-10CF-0032E98E34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26CAC-E539-01CA-4775-6D8605CF240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EF50D0-4855-6FEB-0A5D-03F096F3A789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C364-2254-0B0E-D0D7-5EA638D95326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570594-420B-74BE-A0A0-4CD9CDE83A1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43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8B26-EDFD-5202-4B70-7059A372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10C97-6F12-15E2-2FC9-1243FA3A212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4AECD-6602-35FA-F21D-69D1A20743BD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953B3F-84C7-E0F9-1595-C275404F8A1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DD802-4238-BC3C-7EE9-743A85A7187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25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C743-BC34-98DE-2F84-709B291D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8438-BF5D-C97C-B913-0FF2D0768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69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61D9-E68C-4435-6338-8F37619B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29558-DD6A-2EEE-E7F2-1CC1CD577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11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9411-25B4-D706-E7F2-99AF1B8D1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6BA56-74BB-3ADD-40F6-E6128E53C1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1ADF0-5EE2-CA78-6F00-6AC0FCAAE59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91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CC9B-5CDD-1B6A-FD0C-8179DB32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3CA27-28D5-5B20-0B30-8084CFFB229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D2D49-4BC1-25D4-BFE6-BB904A114B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84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8636-76B9-8A93-009F-91DBDB80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5F41D-785E-D499-7363-32ADA16A3C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72D5D-D877-542B-8860-A9040F91AE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56DA7C-B271-C713-7641-3B1FAFA795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6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CC10F-BFDA-74A9-02FF-991DCCAC08D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991FB-0475-3536-C3AA-7EDBFED840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387DF-A74C-4EBF-D519-CD9303E8DC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E79304-4C42-5747-DF8B-6F768FC3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70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32EE-B8F4-E048-47C2-46A628D7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C2F27-E2BA-B7BE-C853-161E5D6A681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C0E9B-2531-1565-FF51-290798AC2B37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15C390-DBE7-465C-0823-83717DD198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5C607-1802-8171-02EF-1CF04B450F2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8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F542-9E98-B934-700D-02375718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DC98-440B-7A6C-99B1-60067FD08351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72472-75A2-5137-1E92-143E5129C437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ADBB83-773E-34F8-05B9-7090771845E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97684-CF85-6482-5CA5-A335752B5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69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5D1445-C2E0-7DA2-A6F7-DAE6CD8E102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3F56D-ECD2-89B8-841F-71225F36FDD9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14A32-95D4-4675-6085-D11526DECC68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EE7933-71FF-4A06-7707-C57426004EE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D20A9-51AA-9201-C88A-65D2580627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C5E4DF1-90E2-00CA-584E-920FE2A7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68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581B49-B171-9679-99A5-C6B473EC755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0A26-A36B-609D-59B9-2F583CE00B3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19C3A-C03B-6E02-D74C-A534E440B279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3113B-B7DB-EAF8-B728-D93D3990F5E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AC0DEC-6405-192A-E232-C5A20A17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3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97ee21-6294-4ec0-a023-ecdc12fb217d" xsi:nil="true"/>
    <lcf76f155ced4ddcb4097134ff3c332f xmlns="11dd3a3b-9603-41fd-b81c-c1187686513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3DCFD68B6564B8CAC449AA517FD5F" ma:contentTypeVersion="18" ma:contentTypeDescription="Create a new document." ma:contentTypeScope="" ma:versionID="5db0653e7be4eec80c4641c8137205d6">
  <xsd:schema xmlns:xsd="http://www.w3.org/2001/XMLSchema" xmlns:xs="http://www.w3.org/2001/XMLSchema" xmlns:p="http://schemas.microsoft.com/office/2006/metadata/properties" xmlns:ns2="11dd3a3b-9603-41fd-b81c-c11876865134" xmlns:ns3="1697ee21-6294-4ec0-a023-ecdc12fb217d" targetNamespace="http://schemas.microsoft.com/office/2006/metadata/properties" ma:root="true" ma:fieldsID="ee8164ffdc44ff411682d5927f175a59" ns2:_="" ns3:_="">
    <xsd:import namespace="11dd3a3b-9603-41fd-b81c-c11876865134"/>
    <xsd:import namespace="1697ee21-6294-4ec0-a023-ecdc12fb2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d3a3b-9603-41fd-b81c-c118768651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7ee21-6294-4ec0-a023-ecdc12fb21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df3bbfb-2c47-42c1-b95a-4fc3f6e518d3}" ma:internalName="TaxCatchAll" ma:showField="CatchAllData" ma:web="1697ee21-6294-4ec0-a023-ecdc12fb2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D6101-9C87-4C6A-87E1-7531206C2346}">
  <ds:schemaRefs>
    <ds:schemaRef ds:uri="11dd3a3b-9603-41fd-b81c-c11876865134"/>
    <ds:schemaRef ds:uri="1697ee21-6294-4ec0-a023-ecdc12fb217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429E66C-7076-4B86-9F71-4246B4F8B8C3}">
  <ds:schemaRefs>
    <ds:schemaRef ds:uri="11dd3a3b-9603-41fd-b81c-c11876865134"/>
    <ds:schemaRef ds:uri="1697ee21-6294-4ec0-a023-ecdc12fb21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61CA99-CA43-4804-BE99-F896EBC75F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-apple-system</vt:lpstr>
      <vt:lpstr>Arial</vt:lpstr>
      <vt:lpstr>Calibri</vt:lpstr>
      <vt:lpstr>Calibri Light</vt:lpstr>
      <vt:lpstr>Open Sans ExtraBold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Bishop</dc:creator>
  <cp:lastModifiedBy>Denis Trunin</cp:lastModifiedBy>
  <cp:revision>13</cp:revision>
  <dcterms:created xsi:type="dcterms:W3CDTF">2023-09-20T16:06:20Z</dcterms:created>
  <dcterms:modified xsi:type="dcterms:W3CDTF">2025-10-27T11:34:02Z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0x0101008893DCFD68B6564B8CAC449AA517FD5F</vt:lpwstr>
  </property>
  <property fmtid="{D5CDD505-2E9C-101B-9397-08002B2CF9AE}" pid="3" name="MediaServiceImageTags">
    <vt:lpwstr/>
  </property>
</Properties>
</file>