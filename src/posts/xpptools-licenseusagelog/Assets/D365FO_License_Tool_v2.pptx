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38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1962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Custom</PresentationFormat>
  <Paragraphs>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Denis Trunin</cp:lastModifiedBy>
  <cp:revision>1</cp:revision>
  <dcterms:created xsi:type="dcterms:W3CDTF">2026-04-20T13:25:09Z</dcterms:created>
  <dcterms:modified xsi:type="dcterms:W3CDTF">2026-04-20T13:25:26Z</dcterms:modified>
</cp:coreProperties>
</file>